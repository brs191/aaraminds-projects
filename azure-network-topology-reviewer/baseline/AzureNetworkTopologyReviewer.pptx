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34"/>
    <p:restoredTop sz="94694"/>
  </p:normalViewPr>
  <p:slideViewPr>
    <p:cSldViewPr snapToGrid="0">
      <p:cViewPr varScale="1">
        <p:scale>
          <a:sx n="95" d="100"/>
          <a:sy n="95" d="100"/>
        </p:scale>
        <p:origin x="200" y="7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2DA03E-AFA7-39E1-1D14-6DA9212A7C8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555FF22-07DB-DBF1-0051-5D17EEBA3FA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81AE78-42DE-BED9-E8E4-EDB69C1615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C46BB5-EDCB-DE4E-9109-FDF74085E32C}" type="datetimeFigureOut">
              <a:rPr lang="en-US" smtClean="0"/>
              <a:t>4/21/26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5E574F-930D-E0A0-BD82-2552932746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3D71D4-66D8-7CF9-78E8-363DB12AA9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59BE28-02BD-924F-AA0B-A3B47B1B9E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43283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FF8910-FDC2-E7F4-A257-A3AD76D784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27F149-E002-3DB3-8681-6536140F2B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6DCA13-0533-FB2D-FA07-AF21324583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C46BB5-EDCB-DE4E-9109-FDF74085E32C}" type="datetimeFigureOut">
              <a:rPr lang="en-US" smtClean="0"/>
              <a:t>4/21/26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CD96A0-8688-1D1B-F562-78E5A60BA2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54E7E8-149B-DACE-E90D-4BDDC58BD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59BE28-02BD-924F-AA0B-A3B47B1B9E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39719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4258AD-B328-C2BA-C39C-CE725B6941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0EDAB7-6784-C950-1470-0895DD7909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10A732-5F9F-6106-AA15-2EFAEEDC7D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C46BB5-EDCB-DE4E-9109-FDF74085E32C}" type="datetimeFigureOut">
              <a:rPr lang="en-US" smtClean="0"/>
              <a:t>4/21/26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A4AFDA-D843-75DF-D284-700C7E6538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2F68D6-4E3D-8533-4E58-468FB04CF0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59BE28-02BD-924F-AA0B-A3B47B1B9E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25412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262F72-36F8-10DA-5699-3FD7F675BD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7EB338-B65B-F546-8258-C240AE49397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70EFC7F-B5F4-8636-1752-A627CA0347C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6D495C2-7002-A050-0EB4-31E3408FBC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C46BB5-EDCB-DE4E-9109-FDF74085E32C}" type="datetimeFigureOut">
              <a:rPr lang="en-US" smtClean="0"/>
              <a:t>4/21/26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29233A8-4646-87D2-0961-FFC62E39BD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31EA5D3-4923-1233-48DA-61EA0F69DB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59BE28-02BD-924F-AA0B-A3B47B1B9E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20519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556135-23B3-673F-8EDC-BDADEE7FA8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46E659-F184-5411-98E7-16D82D8332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6B78CBF-BDC5-D877-0B79-688D6B0A5C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90A3ADE-7CCD-6C97-67FC-33E85471E8C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6D45DC8-8692-05AE-0F58-131C7B8E0D7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EFDCAF3-E833-19AA-8F5F-E9B769A01B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C46BB5-EDCB-DE4E-9109-FDF74085E32C}" type="datetimeFigureOut">
              <a:rPr lang="en-US" smtClean="0"/>
              <a:t>4/21/26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6E4B5B8-936B-6D21-E10B-1C6BCF6861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BB1ED2F-27CC-CFCC-006B-E5118842F5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59BE28-02BD-924F-AA0B-A3B47B1B9E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18854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36C0E1-D363-D93B-441E-C9F42AC22B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211A380-804E-F17C-D88E-360E0D66AA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C46BB5-EDCB-DE4E-9109-FDF74085E32C}" type="datetimeFigureOut">
              <a:rPr lang="en-US" smtClean="0"/>
              <a:t>4/21/26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11585B5-25A9-A1FE-0C62-FB51E3EF96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E6BB5E0-FF64-4314-0300-1F5FDADB53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59BE28-02BD-924F-AA0B-A3B47B1B9E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48183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1D8F163-861B-9249-0476-29CF00086A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C46BB5-EDCB-DE4E-9109-FDF74085E32C}" type="datetimeFigureOut">
              <a:rPr lang="en-US" smtClean="0"/>
              <a:t>4/21/26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0D82712-FE64-AD1E-47DF-C4EBF31FB6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A109E2-7D51-1950-63AD-EEA380DD2C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59BE28-02BD-924F-AA0B-A3B47B1B9E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3446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0FBF21-CB55-35D4-DE51-40830895AF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0B2CEC-8F4C-27C2-1005-324F36EB42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D8F96E-4551-4666-4918-D2F394053AF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789F3CB-540B-CD9F-4CFC-70DC1F36C5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C46BB5-EDCB-DE4E-9109-FDF74085E32C}" type="datetimeFigureOut">
              <a:rPr lang="en-US" smtClean="0"/>
              <a:t>4/21/26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7C42332-276E-1CDE-E412-73FAE82AD0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CBFB1AA-F267-9792-D720-351B10E1E6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59BE28-02BD-924F-AA0B-A3B47B1B9E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26955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4C70A4-8932-6A5C-4EA5-D3E1E609D5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A6118F6-30A8-989A-9CBF-A8A32F4C532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32DF369-F711-3350-4FA6-865F8A570AF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B530B4-F6C5-E66B-41AF-769AF8AED5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C46BB5-EDCB-DE4E-9109-FDF74085E32C}" type="datetimeFigureOut">
              <a:rPr lang="en-US" smtClean="0"/>
              <a:t>4/21/26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69A575-FE4C-5760-CACD-6D1BC2E7F2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57767B0-81D4-E1F3-8B16-722D8B469D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59BE28-02BD-924F-AA0B-A3B47B1B9E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02779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0482C7-447C-D22A-D302-FA9EB3DF67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445EDE4-B5E4-6C16-53BA-4598C58A04C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6BAA7B-92DF-E74A-E9F2-2482844C55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C46BB5-EDCB-DE4E-9109-FDF74085E32C}" type="datetimeFigureOut">
              <a:rPr lang="en-US" smtClean="0"/>
              <a:t>4/21/26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B23351-2879-BF92-FE2B-7C6A47A019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E4C985-DAB8-3BAE-45B3-852D1705D0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59BE28-02BD-924F-AA0B-A3B47B1B9E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14985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EC7AD82-2A71-B6FB-C2A8-1E667E60382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F15E911-9815-9D97-540E-D2C06E08D13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A6E668-1C42-DA07-DBEE-BAA0C9F88A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C46BB5-EDCB-DE4E-9109-FDF74085E32C}" type="datetimeFigureOut">
              <a:rPr lang="en-US" smtClean="0"/>
              <a:t>4/21/26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7E895F-4527-3441-A33E-6D878CFBAF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2B3D6B-6365-EF9B-AA96-4AB217B7F8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59BE28-02BD-924F-AA0B-A3B47B1B9E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64287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F1703C5-FA5E-09A2-4EBD-2B2D991077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F8D69A-0502-A2D0-DFB2-60F01A8804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A41725-5F41-A113-9298-4326DE8B3FB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FC46BB5-EDCB-DE4E-9109-FDF74085E32C}" type="datetimeFigureOut">
              <a:rPr lang="en-US" smtClean="0"/>
              <a:t>4/21/26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461DD9-163F-403F-813C-EEFCB13B447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DDA966-4B79-5306-0A0F-9D6FE71B0C7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759BE28-02BD-924F-AA0B-A3B47B1B9E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60278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2384209-CB15-4CDF-9D31-C44FD9A3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666617" y="-2666188"/>
            <a:ext cx="6858000" cy="12191233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633B3B5-CC90-43F0-8714-D31D1F3F0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311" y="0"/>
            <a:ext cx="9070846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649491" y="-1685840"/>
            <a:ext cx="4894564" cy="12193546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2563E42-0567-498E-846E-D1BD5CA3FC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0882" y="26440"/>
            <a:ext cx="8780930" cy="67671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99859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0</Words>
  <Application>Microsoft Macintosh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Bollam, Raja Shekar</dc:creator>
  <cp:lastModifiedBy>Bollam, Raja Shekar</cp:lastModifiedBy>
  <cp:revision>2</cp:revision>
  <dcterms:created xsi:type="dcterms:W3CDTF">2026-04-21T18:14:39Z</dcterms:created>
  <dcterms:modified xsi:type="dcterms:W3CDTF">2026-04-21T18:18:25Z</dcterms:modified>
</cp:coreProperties>
</file>