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18"/>
  </p:normalViewPr>
  <p:slideViewPr>
    <p:cSldViewPr snapToGrid="0">
      <p:cViewPr varScale="1">
        <p:scale>
          <a:sx n="204" d="100"/>
          <a:sy n="204" d="100"/>
        </p:scale>
        <p:origin x="23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7F6DA-368A-0ABA-EAF5-9C9F1F928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F4318-26E3-8623-22D2-CF77D10A2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72C1D-40B8-4B85-C7A4-C1E27CDC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DBAA4-D78E-7A46-B89A-6C8AFC2BE8C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905BE-2F0B-521E-E9CF-32105220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556B9-0CE2-6A81-3011-70CC182C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91A8-DC5C-9044-B729-AD3A624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09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641B-0C6A-4741-7E95-046E6341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57474-C5CF-9C4F-0C99-34F7AB1BA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37CF2-8A25-C860-0CED-FA260CF5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DBAA4-D78E-7A46-B89A-6C8AFC2BE8C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A882B-F788-C6A6-59BB-C386D9D1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D2905-5891-2121-A15C-CD638933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91A8-DC5C-9044-B729-AD3A624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13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EE0D9-EF7F-D439-1685-3D30E7E3D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C288F-4DF9-3975-E4D5-E0DA11625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EEF11-0583-3A33-C8DF-9438B1C3F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DBAA4-D78E-7A46-B89A-6C8AFC2BE8C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995CC-858D-DEA9-888C-0B3BA6E2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87657-A7CF-BA17-081C-194C7068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91A8-DC5C-9044-B729-AD3A624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3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93EF9-538E-DD84-057F-0C2E1C0B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8B4B8-57EC-5D6B-7CC9-B3572A443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7D3DF-B332-CEBA-85D3-EA486E63A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84664-E3E6-B88B-A6B2-7DD7B3C15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DBAA4-D78E-7A46-B89A-6C8AFC2BE8C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D8414-387A-07F5-F877-918095D30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B84C2-61BD-D945-6184-1B9461AC2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91A8-DC5C-9044-B729-AD3A624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59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EFA2-E165-611A-9DCA-161288C08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3EC9F-8E45-06FB-D30A-588C35A0F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1C484-206A-D1BD-7985-4D6FD0F22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41B28-CCDC-FA83-BD47-A4F500BB9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4F937-7695-2695-7B16-79CB122F7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645E14-CDA8-AE92-BB64-50860B0E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DBAA4-D78E-7A46-B89A-6C8AFC2BE8C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CD348-5C27-47E1-DE3A-C53BAA54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3257F7-A669-4BEB-D907-F8D76399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91A8-DC5C-9044-B729-AD3A624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364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555E-98C0-7C39-A244-889258708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29C006-D86D-8B92-3F2F-7B4F89A0F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DBAA4-D78E-7A46-B89A-6C8AFC2BE8C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5DEFA2-4FA0-AC80-D547-14BE9BD4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FE98E-9900-D052-AA80-F50CAC7E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91A8-DC5C-9044-B729-AD3A624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32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721D9D-697A-84E9-686D-C556D9AD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DBAA4-D78E-7A46-B89A-6C8AFC2BE8C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68DD1-9898-47FF-3A84-92BBD9D0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8462D-C178-C7E4-641D-4BDA14B86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91A8-DC5C-9044-B729-AD3A624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8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F9E9A-59DE-65C8-2271-68B568DC8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E50F9-E503-92B3-8FC4-2B25209D8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B8843-08EB-4FAD-35E2-D263D278D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0944D-3E83-157B-6118-CEAB52D6C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DBAA4-D78E-7A46-B89A-6C8AFC2BE8C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82B23-1C37-7E99-29B0-F619CE0B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D38B-DFF9-B728-F767-C27089BB4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91A8-DC5C-9044-B729-AD3A624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96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F9014-A0F8-75EF-E968-72E5B315A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8680B7-D51B-2494-EA11-27F292BCB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2E594-1A18-20F1-32A8-22CF92F7A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DA617-B6DD-FFC7-E671-E8DB641B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DBAA4-D78E-7A46-B89A-6C8AFC2BE8C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C0B10-47B2-A26E-5AE4-805BCDCA2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262C2-CDCB-88C7-55E0-AEE492C3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91A8-DC5C-9044-B729-AD3A624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36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4A194-F92E-C630-520C-CE81ACB0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993EEC-D991-6830-0A9F-2BCDFE4DD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3A66B-754B-A4BE-BA86-52A1E5261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DBAA4-D78E-7A46-B89A-6C8AFC2BE8C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3B89F-321B-1E50-269C-57525A1A1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6BFD5-F823-D39F-2B78-4B5FBA35D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91A8-DC5C-9044-B729-AD3A624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81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EE3C2-1893-8793-7B40-88D5C5FDE0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52691-97F5-F2A0-77B2-936F2CA63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68D09-53CC-CE10-B30E-0A717BA1D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DBAA4-D78E-7A46-B89A-6C8AFC2BE8C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CAA75-A98E-9E99-5839-858F606AC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D5330-9D09-07F9-90D2-E91C68CC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91A8-DC5C-9044-B729-AD3A624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1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F6CA1F-F69E-EAE5-ACDA-DB257586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65311-5677-2C86-8A67-D3AA07CDF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1280F-D1EB-6ED9-6A99-07EC0B576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DBAA4-D78E-7A46-B89A-6C8AFC2BE8C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7F723-BDF0-FE71-0413-57B89D87B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DF107-2451-CDFA-EFDD-335C447CF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9991A8-DC5C-9044-B729-AD3A624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0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70A4F1-F1DD-CC45-628C-32A8E2A6C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132612"/>
            <a:ext cx="10905066" cy="4934543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4F3BF-941E-BBCD-B527-DD0340A59539}"/>
              </a:ext>
            </a:extLst>
          </p:cNvPr>
          <p:cNvSpPr txBox="1"/>
          <p:nvPr/>
        </p:nvSpPr>
        <p:spPr>
          <a:xfrm>
            <a:off x="8511436" y="250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7323D1-9F42-4021-90DF-0F84BE4B55DD}"/>
              </a:ext>
            </a:extLst>
          </p:cNvPr>
          <p:cNvSpPr txBox="1"/>
          <p:nvPr/>
        </p:nvSpPr>
        <p:spPr>
          <a:xfrm>
            <a:off x="10271342" y="28809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472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Bollam, Raja Shekar</dc:creator>
  <cp:lastModifiedBy>Bollam, Raja Shekar</cp:lastModifiedBy>
  <cp:revision>1</cp:revision>
  <dcterms:created xsi:type="dcterms:W3CDTF">2026-04-27T08:52:17Z</dcterms:created>
  <dcterms:modified xsi:type="dcterms:W3CDTF">2026-04-27T08:54:35Z</dcterms:modified>
</cp:coreProperties>
</file>