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 · Stakeholder Review · v0.2 ·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66019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Internal use only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REVIEW · v0.2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Aara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Teams Aggregator Bot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review of the v0.2 PRD and architecture pack ahead of Phase-0 alpha.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we'll cover: what we're building, how it works, key choices, the 12 decisions we need from this room, and the timeline to alpha.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2514600" cy="1280160"/>
          </a:xfrm>
          <a:prstGeom prst="rect">
            <a:avLst/>
          </a:prstGeom>
          <a:solidFill>
            <a:srgbClr val="2C35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leadership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486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scope · sign off PRD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5029200"/>
            <a:ext cx="2514600" cy="1280160"/>
          </a:xfrm>
          <a:prstGeom prst="rect">
            <a:avLst/>
          </a:prstGeom>
          <a:solidFill>
            <a:srgbClr val="2C35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lead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5486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architecture · own build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5029200"/>
            <a:ext cx="2514600" cy="1280160"/>
          </a:xfrm>
          <a:prstGeom prst="rect">
            <a:avLst/>
          </a:prstGeom>
          <a:solidFill>
            <a:srgbClr val="2C35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Security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5486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network + RSC + DPIA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5029200"/>
            <a:ext cx="2514600" cy="1280160"/>
          </a:xfrm>
          <a:prstGeom prst="rect">
            <a:avLst/>
          </a:prstGeom>
          <a:solidFill>
            <a:srgbClr val="2C357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AI team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6840" y="5486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AskAT&amp;T integration plan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 · Product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coordination already happens in Teams. The chats are the system of record — but the chats are not legible.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21945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09728" cy="219456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hrs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 lead, every cycle, scrolling threads to compile status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657600" cy="21945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463040"/>
            <a:ext cx="109728" cy="219456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544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chats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48056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coordination lives: engineering, design, leadership, vendor, group DM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657600" cy="21945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63040"/>
            <a:ext cx="109728" cy="219456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5544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321040" y="2606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decisions and commitments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on a typical cycle: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get committed mid-thread and rarely make it into Planner / Jira.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undocumented — "we agreed in Teams" is unfindable a week later.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 inconsistent — each lead writes a different shape, execs can't compare week-over-week.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context is invisible — engineering doesn't see the leadership chat; leadership doesn't see the vendor thread.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Aara: a Microsoft Teams bot that captures across designated Aara chats and @mentions, then ships a single, citation-backed digest.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2976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captures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well-scoped modes — only these two.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 · Designated channels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Admin registers Aara channels or group chats via /Aara channels add. All new messages are eligible inputs (subject to topic filter).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8404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 · Explicit @mention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any chat, anyone can @Aara include this on a message. Includes that message and its thread parent. Useful for cross-functional chats.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1206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keyword-only mode, LLM sweep of the whole tenant, 1:1 DMs.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5352" y="1554480"/>
            <a:ext cx="5486400" cy="42976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1554480"/>
            <a:ext cx="109728" cy="429768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outputs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73952" y="2103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every time — on-demand or scheduled.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25603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 — 3–5 sentence executive summary of the window.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— description · owner · due · status · source-message link.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— what was decided, by whom, with context and source link.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 — prioritized next steps (max 7).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notes — open threads and who should chase them.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· blockers · open questions.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73952" y="52120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carries a source-message citation. Items without one are rejected at extraction and routed to triage.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trust zones top-to-bottom. The LLM hop goes via private network to AskAT&amp;T — no public-Internet AI providers.</a:t>
            </a:r>
            <a:endParaRPr lang="en-US" sz="1200" dirty="0"/>
          </a:p>
        </p:txBody>
      </p:sp>
      <p:pic>
        <p:nvPicPr>
          <p:cNvPr id="4" name="Image 0" descr="/tmp/svg_render/Aara_Architecture_01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3043" y="1188720"/>
            <a:ext cx="7382866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pack (4 views: system · network/security · data flow · deployment) in 02-architecture/.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opinionated choices that shape the rest. Any of these can change scope, cost, or risk meaningfully.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" cy="214884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AskAT&amp;T as the only LLM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for v1.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extraction and summarization calls go to AskAT&amp;T. No public OpenAI / Anthropic / Google / Azure OpenAI. Narrows the DPIA scope and keeps message content inside AT&amp;T's AI boundary.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54480"/>
            <a:ext cx="109728" cy="214884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365-native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recreate what M365 already does.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3317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· Graph · Adaptive Cards · Entra ID + RSC for v1. Planner write-back, SharePoint archive, Loop components, Outlook digest in v1.1. M365 Copilot agent surface in v2.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548640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86200"/>
            <a:ext cx="109728" cy="214884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capture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343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channels OR @mention. Nothing else.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6634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keyword-only mode, no whole-tenant LLM sweep, no DMs. Predictable scope, simpler IT review, fewer surprises.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86400" cy="214884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886200"/>
            <a:ext cx="109728" cy="214884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Digest-oriented, not paging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4343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over recency.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46634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+ weekly scheduled digest. Same shape every time. Not real-time alerts — this is not an incident-response tool.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phases. Each has a clear exit criterion. We can stop at the end of any phase if metrics don't land.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45720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910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5910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admin + 2 leads · 2 channels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digest only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manually reviews every digest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≥ 80% action-item recall · &lt; 5% hallucinated owners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45720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54480"/>
            <a:ext cx="2743200" cy="365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910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15910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251460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Aara channels · @mention enabled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scheduled digest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+ SharePoint + Loop enabled (v1.1)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§12 metrics met · IT + Purview sign-off · ≥ 70% read-rate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2743200" cy="45720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554480"/>
            <a:ext cx="2743200" cy="36576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5910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15910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46520" y="251460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Multi-project (any team can install)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for project leads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Search + Power BI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35440" y="1554480"/>
            <a:ext cx="2743200" cy="45720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1554480"/>
            <a:ext cx="2743200" cy="36576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15910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332720" y="15910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72600" y="2011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72600" y="251460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Planner / Jira / 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transcripts as input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rollups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agent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 before Phase-0 alpha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open questions tracked in Aara_Decisions_Needed.docx — grouped here by stakeholder.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09728" cy="228600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AI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decisions · due Jun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Model + version + deprecation calendar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Rate limits + reserved capacity (12 / 30 RPS)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JSON-mode support or schema-retry wrapper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Embeddings endpoint? (or drop semantic search)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63040"/>
            <a:ext cx="109728" cy="2286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— Identity / Network / App Catalog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874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decisions · due Jun 2–5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1945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Named Teams app reg + RSC owner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Network path to AskAT&amp;T (ExpressRoute / Private Link)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· App catalog approval lead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31920"/>
            <a:ext cx="109728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(Raja)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343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decisions · due Jun 2–Jul 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6634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Initial Aara channel list (recommend 2 for alpha)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Planner write-back direction (one-way in v1.1)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· /Aara channels add authorization (admin-only)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· English-only v1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486400" cy="22860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931920"/>
            <a:ext cx="109728" cy="228600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/ Records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343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decision · due Jun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46634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· Retention: 90-day raw / indefinite extracted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this meeting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commitments we need to leave with.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09728" cy="749808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447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leadership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44475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v0.2 PRD scope and the Phase-0 alpha exit criteria. Confirm the BCLM project lead is the named Aara admin.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11247120" cy="74980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12848"/>
            <a:ext cx="109728" cy="749808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architecture pack. Commit to authoring the LLM-client-wrapper ADR and the change-notification spec in week 1.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11247120" cy="74980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54096"/>
            <a:ext cx="109728" cy="749808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27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— Identity &amp; Network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12724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Teams app registration owner. Confirm the AskAT&amp;T network path and the 2-week lead time. Decide on the DPIA reviewer.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11247120" cy="74980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95344"/>
            <a:ext cx="109728" cy="749808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6849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AI team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9684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integration deep-dive in week 1. Bring answers (or option-space) to Q3–Q6 by Jun 5.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736592"/>
            <a:ext cx="11247120" cy="749808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736592"/>
            <a:ext cx="109728" cy="749808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0974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480974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90-day raw / indefinite extracted retention policy, or propose a tighter alternative we can live with.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715000"/>
            <a:ext cx="112471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77900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11680" y="57790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deadline · </a:t>
            </a:r>
            <a:pPr indent="0" marL="0">
              <a:buNone/>
            </a:pPr>
            <a:r>
              <a:rPr lang="en-US" sz="12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5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AskAT&amp;T + network deep-dive · </a:t>
            </a:r>
            <a:pPr indent="0" marL="0">
              <a:buNone/>
            </a:pPr>
            <a:r>
              <a:rPr lang="en-US" sz="12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9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Phase-0 alpha kickoff · </a:t>
            </a:r>
            <a:pPr indent="0" marL="0">
              <a:buNone/>
            </a:pPr>
            <a:r>
              <a:rPr lang="en-US" sz="1200" b="1" dirty="0">
                <a:solidFill>
                  <a:srgbClr val="FF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7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Phase-1 beta start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8</Slides>
	<Notes>8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8</vt:i4></vt:variant>
		</vt:vector>
	</HeadingPairs>
	<TitlesOfParts>
		<vt:vector size="11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
		</vt:vector>
	</TitlesOfParts>
	<Company>AT&T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Aara — Stakeholder Review Brief</dc:title>
  <dc:subject>v0.2 review pack</dc:subject>
  <dc:creator>Raja (Product)</dc:creator>
  <cp:lastModifiedBy>Raja (Product)</cp:lastModifiedBy>
  <cp:revision>1</cp:revision>
  <dcterms:created xsi:type="dcterms:W3CDTF">2026-05-26T05:01:48Z</dcterms:created>
  <dcterms:modified xsi:type="dcterms:W3CDTF">2026-05-26T05:01:48Z</dcterms:modified>
</cp:coreProperties>
</file>